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12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BE0A6-77E5-4F87-9A08-9A1656BF84C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F7A2C-2FBF-4835-BCA9-8249B174E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AI as a global force and highlight Africa’s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this research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research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strongest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future of work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the key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6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3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1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4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5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4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1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1946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53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51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05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30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369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dirty="0" smtClean="0"/>
              <a:t>Impact of AI </a:t>
            </a:r>
            <a:r>
              <a:rPr lang="en-US" sz="4800" dirty="0" smtClean="0"/>
              <a:t>on </a:t>
            </a:r>
            <a:r>
              <a:rPr lang="en-US" sz="4800" smtClean="0"/>
              <a:t>Entereprenuership</a:t>
            </a:r>
            <a:r>
              <a:rPr lang="en-US" sz="4800" dirty="0" smtClean="0"/>
              <a:t> of </a:t>
            </a:r>
            <a:r>
              <a:rPr sz="4800" dirty="0" smtClean="0"/>
              <a:t>African </a:t>
            </a:r>
            <a:r>
              <a:rPr sz="4800" dirty="0"/>
              <a:t>Startups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AI, Investment, and the Future of Work</a:t>
            </a:r>
          </a:p>
          <a:p>
            <a:r>
              <a:t>John Mwega | JKUAT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664" y="-184355"/>
            <a:ext cx="4694903" cy="7042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automation, prediction, and intelligent decision-making</a:t>
            </a:r>
          </a:p>
          <a:p>
            <a:r>
              <a:t>African startups are rapidly growing across fintech, healthtech, agritech</a:t>
            </a:r>
          </a:p>
          <a:p>
            <a:r>
              <a:t>Digital transformation is accelerating entrepreneurship ecosystems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data on AI’s measurable impact in Africa</a:t>
            </a:r>
          </a:p>
          <a:p>
            <a:r>
              <a:t>High startup failure rates (2023–2024)</a:t>
            </a:r>
          </a:p>
          <a:p>
            <a:r>
              <a:t>Challenges: talent gaps, infrastructure, regulation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Mixed-methods: quantitative + qualitative + machine learning</a:t>
            </a:r>
          </a:p>
          <a:p>
            <a:r>
              <a:t>Datasets: funding, workforce, macroeconomics</a:t>
            </a:r>
          </a:p>
          <a:p>
            <a:r>
              <a:t>Countries: Kenya, Nigeria, South Africa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improves efficiency and scalability</a:t>
            </a:r>
          </a:p>
          <a:p>
            <a:r>
              <a:t>AI startups attract more venture capital</a:t>
            </a:r>
          </a:p>
          <a:p>
            <a:r>
              <a:t>Fintech leads AI adoption in Africa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demand for AI and data skills</a:t>
            </a:r>
          </a:p>
          <a:p>
            <a:r>
              <a:t>Automation reduces routine jobs</a:t>
            </a:r>
          </a:p>
          <a:p>
            <a:r>
              <a:t>Need for reskilling and education reform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major driver of startup success</a:t>
            </a:r>
          </a:p>
          <a:p>
            <a:r>
              <a:t>Adoption remains uneven across regions</a:t>
            </a:r>
          </a:p>
          <a:p>
            <a:r>
              <a:t>Strategic investment in AI is critical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198</Words>
  <Application>Microsoft Office PowerPoint</Application>
  <PresentationFormat>On-screen Show (4:3)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Ion</vt:lpstr>
      <vt:lpstr>Impact of AI on Entereprenuership of African Startups (2025)</vt:lpstr>
      <vt:lpstr>Background</vt:lpstr>
      <vt:lpstr>Problem</vt:lpstr>
      <vt:lpstr>Methodology</vt:lpstr>
      <vt:lpstr>Key Findings</vt:lpstr>
      <vt:lpstr>Workforce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AI in African Startups (2025)</dc:title>
  <dc:subject/>
  <dc:creator>hp</dc:creator>
  <cp:keywords/>
  <dc:description>generated using python-pptx</dc:description>
  <cp:lastModifiedBy>John  Maina</cp:lastModifiedBy>
  <cp:revision>5</cp:revision>
  <dcterms:created xsi:type="dcterms:W3CDTF">2013-01-27T09:14:16Z</dcterms:created>
  <dcterms:modified xsi:type="dcterms:W3CDTF">2026-04-10T13:03:37Z</dcterms:modified>
  <cp:category/>
</cp:coreProperties>
</file>