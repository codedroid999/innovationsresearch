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38" d="100"/>
          <a:sy n="38" d="100"/>
        </p:scale>
        <p:origin x="668" y="-6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86BE0A6-77E5-4F87-9A08-9A1656BF84CB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70F7A2C-2FBF-4835-BCA9-8249B174E6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43183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Introduce AI as a global force and highlight Africa’s growth.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Explain why this research is necessary.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Briefly explain research approach.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Highlight the strongest insights.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Emphasize future of work implications.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Wrap up the key message.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66442" y="1447801"/>
            <a:ext cx="662096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6442" y="4777380"/>
            <a:ext cx="662096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33609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8862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3" y="2861734"/>
            <a:ext cx="662096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2" y="4777381"/>
            <a:ext cx="662096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21500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7700" y="2060576"/>
            <a:ext cx="3298113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241975" y="2056093"/>
            <a:ext cx="3298115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65327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7700" y="1905000"/>
            <a:ext cx="329811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7700" y="2514600"/>
            <a:ext cx="3298113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241976" y="1905000"/>
            <a:ext cx="3298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241976" y="2514600"/>
            <a:ext cx="3298113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65156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73484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90572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1447800"/>
            <a:ext cx="2551462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89397" y="1447800"/>
            <a:ext cx="3898013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1" y="3129281"/>
            <a:ext cx="2551462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95036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5656" y="1854192"/>
            <a:ext cx="3820674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213517" y="1143000"/>
            <a:ext cx="2400925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1" y="3657600"/>
            <a:ext cx="3814728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16411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3" y="4800587"/>
            <a:ext cx="66209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66442" y="685800"/>
            <a:ext cx="662096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3" y="5367325"/>
            <a:ext cx="662096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16633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2" y="1447800"/>
            <a:ext cx="6620968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2" y="3657600"/>
            <a:ext cx="6620968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401361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81409" y="1447800"/>
            <a:ext cx="6001049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448177" y="3771174"/>
            <a:ext cx="546115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 smtClean="0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2" y="4350657"/>
            <a:ext cx="6620968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673897" y="971253"/>
            <a:ext cx="601591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12200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99690" y="2613787"/>
            <a:ext cx="601591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12200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63194678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3124201"/>
            <a:ext cx="6620969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2" y="4777381"/>
            <a:ext cx="6620968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225354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4834" y="1981200"/>
            <a:ext cx="22107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489475" y="2667000"/>
            <a:ext cx="219608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13504" y="1981200"/>
            <a:ext cx="2202754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2905586" y="2667000"/>
            <a:ext cx="2210671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344917" y="1981200"/>
            <a:ext cx="219965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5344917" y="2667000"/>
            <a:ext cx="2199658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2795334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5223030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465125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89475" y="4250949"/>
            <a:ext cx="220561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489475" y="2209800"/>
            <a:ext cx="2205612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489475" y="4827212"/>
            <a:ext cx="2205612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17792" y="4250949"/>
            <a:ext cx="21984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2917791" y="2209800"/>
            <a:ext cx="2198466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2916776" y="4827211"/>
            <a:ext cx="2201378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344917" y="4250949"/>
            <a:ext cx="219965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344916" y="2209800"/>
            <a:ext cx="2199658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5344824" y="4827209"/>
            <a:ext cx="2202571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2795334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5223030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300577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123036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229782" y="430214"/>
            <a:ext cx="1314793" cy="5826125"/>
          </a:xfrm>
        </p:spPr>
        <p:txBody>
          <a:bodyPr vert="eaVert" anchor="b" anchorCtr="0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89475" y="773205"/>
            <a:ext cx="5568812" cy="5483134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0174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Oval 21"/>
          <p:cNvSpPr/>
          <p:nvPr/>
        </p:nvSpPr>
        <p:spPr>
          <a:xfrm>
            <a:off x="629943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3" name="Oval 22"/>
          <p:cNvSpPr/>
          <p:nvPr/>
        </p:nvSpPr>
        <p:spPr>
          <a:xfrm>
            <a:off x="5689832" y="-457200"/>
            <a:ext cx="1600200" cy="16002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14000"/>
                </a:schemeClr>
              </a:gs>
              <a:gs pos="73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7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4" name="Oval 23"/>
          <p:cNvSpPr/>
          <p:nvPr/>
        </p:nvSpPr>
        <p:spPr>
          <a:xfrm>
            <a:off x="6299432" y="6096000"/>
            <a:ext cx="990600" cy="9906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9000"/>
                </a:schemeClr>
              </a:gs>
              <a:gs pos="66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5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0" name="Oval 19"/>
          <p:cNvSpPr/>
          <p:nvPr/>
        </p:nvSpPr>
        <p:spPr>
          <a:xfrm>
            <a:off x="-153988" y="2667000"/>
            <a:ext cx="4191000" cy="41910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11000"/>
                </a:schemeClr>
              </a:gs>
              <a:gs pos="75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1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1" name="Oval 20"/>
          <p:cNvSpPr/>
          <p:nvPr/>
        </p:nvSpPr>
        <p:spPr>
          <a:xfrm>
            <a:off x="-839788" y="2895600"/>
            <a:ext cx="2362200" cy="23622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8000"/>
                </a:schemeClr>
              </a:gs>
              <a:gs pos="72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8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9" name="Rectangle 1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84710" y="452718"/>
            <a:ext cx="7055380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7700" y="2052925"/>
            <a:ext cx="6711654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7494989" y="1828771"/>
            <a:ext cx="990599" cy="22865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6233335" y="3263371"/>
            <a:ext cx="3859795" cy="2286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7766431" y="295736"/>
            <a:ext cx="628813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1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163693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7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6" indent="-342906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62" indent="-285755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20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27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34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14642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49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57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64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7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15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22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31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38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46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53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61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4800" dirty="0" smtClean="0"/>
              <a:t>Impact of AI </a:t>
            </a:r>
            <a:r>
              <a:rPr lang="en-US" sz="4800" dirty="0" smtClean="0"/>
              <a:t>on </a:t>
            </a:r>
            <a:r>
              <a:rPr lang="en-US" sz="4800" smtClean="0"/>
              <a:t>Entereprenuership</a:t>
            </a:r>
            <a:r>
              <a:rPr lang="en-US" sz="4800" dirty="0" smtClean="0"/>
              <a:t> of </a:t>
            </a:r>
            <a:r>
              <a:rPr sz="4800" dirty="0" smtClean="0"/>
              <a:t>African </a:t>
            </a:r>
            <a:r>
              <a:rPr sz="4800" dirty="0"/>
              <a:t>Startups (2025)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AI, Investment, and the Future of Work</a:t>
            </a:r>
          </a:p>
          <a:p>
            <a:r>
              <a:t>John Mwega | JKUAT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47664" y="-184355"/>
            <a:ext cx="4694903" cy="704235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Background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AI enables automation, prediction, and intelligent decision-making</a:t>
            </a:r>
          </a:p>
          <a:p>
            <a:r>
              <a:t>African startups are rapidly growing across fintech, healthtech, agritech</a:t>
            </a:r>
          </a:p>
          <a:p>
            <a:r>
              <a:t>Digital transformation is accelerating entrepreneurship ecosystems</a:t>
            </a:r>
          </a:p>
        </p:txBody>
      </p:sp>
      <p:pic>
        <p:nvPicPr>
          <p:cNvPr id="4" name="3D Model Velociraptor" descr="Velociraptor">
            <a:extLst>
              <a:ext uri="{FF2B5EF4-FFF2-40B4-BE49-F238E27FC236}">
                <a16:creationId xmlns:a16="http://schemas.microsoft.com/office/drawing/2014/main" id="{096E169A-CBE2-4838-8681-641781551CF3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8000" y="-3941978"/>
            <a:ext cx="16776000" cy="11141956"/>
          </a:xfrm>
          <a:prstGeom prst="rect">
            <a:avLst/>
          </a:prstGeom>
          <a:effectLst/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3D Model Velociraptor" descr="Velociraptor">
            <a:extLst>
              <a:ext uri="{FF2B5EF4-FFF2-40B4-BE49-F238E27FC236}">
                <a16:creationId xmlns:a16="http://schemas.microsoft.com/office/drawing/2014/main" id="{5CAA9EBA-AB27-4BD8-9C7C-889627CA4D36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8028311" y="1647523"/>
            <a:ext cx="14125395" cy="7854932"/>
          </a:xfrm>
          <a:prstGeom prst="rect">
            <a:avLst/>
          </a:prstGeom>
          <a:effectLst/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Limited data on AI’s measurable impact in Africa</a:t>
            </a:r>
          </a:p>
          <a:p>
            <a:r>
              <a:t>High startup failure rates (2023–2024)</a:t>
            </a:r>
          </a:p>
          <a:p>
            <a:r>
              <a:t>Challenges: talent gaps, infrastructure, regulation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3D Model Velociraptor" title="Velociraptor">
            <a:extLst>
              <a:ext uri="{FF2B5EF4-FFF2-40B4-BE49-F238E27FC236}">
                <a16:creationId xmlns:a16="http://schemas.microsoft.com/office/drawing/2014/main" id="{0A2740D6-2EDB-48DF-B010-B8F6C6DD3054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20001" y="572501"/>
            <a:ext cx="9915130" cy="7795867"/>
          </a:xfrm>
          <a:prstGeom prst="rect">
            <a:avLst/>
          </a:prstGeom>
          <a:effectLst/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Methodology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Mixed-methods: quantitative + qualitative + machine learning</a:t>
            </a:r>
          </a:p>
          <a:p>
            <a:r>
              <a:t>Datasets: funding, workforce, macroeconomics</a:t>
            </a:r>
          </a:p>
          <a:p>
            <a:r>
              <a:t>Countries: Kenya, Nigeria, South Africa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Findings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AI adoption improves efficiency and scalability</a:t>
            </a:r>
          </a:p>
          <a:p>
            <a:r>
              <a:t>AI startups attract more venture capital</a:t>
            </a:r>
          </a:p>
          <a:p>
            <a:r>
              <a:t>Fintech leads AI adoption in Africa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Workforce Impact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Rising demand for AI and data skills</a:t>
            </a:r>
          </a:p>
          <a:p>
            <a:r>
              <a:t>Automation reduces routine jobs</a:t>
            </a:r>
          </a:p>
          <a:p>
            <a:r>
              <a:t>Need for reskilling and education reform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AI is a major driver of startup success</a:t>
            </a:r>
          </a:p>
          <a:p>
            <a:r>
              <a:t>Adoption remains uneven across regions</a:t>
            </a:r>
          </a:p>
          <a:p>
            <a:r>
              <a:t>Strategic investment in AI is critical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F9C9D"/>
      </a:accent5>
      <a:accent6>
        <a:srgbClr val="9E5E9B"/>
      </a:accent6>
      <a:hlink>
        <a:srgbClr val="58C1BA"/>
      </a:hlink>
      <a:folHlink>
        <a:srgbClr val="9DD0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14</TotalTime>
  <Words>198</Words>
  <Application>Microsoft Office PowerPoint</Application>
  <PresentationFormat>On-screen Show (4:3)</PresentationFormat>
  <Paragraphs>33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Calibri</vt:lpstr>
      <vt:lpstr>Century Gothic</vt:lpstr>
      <vt:lpstr>Wingdings 3</vt:lpstr>
      <vt:lpstr>Ion</vt:lpstr>
      <vt:lpstr>Impact of AI on Entereprenuership of African Startups (2025)</vt:lpstr>
      <vt:lpstr>Background</vt:lpstr>
      <vt:lpstr>Problem</vt:lpstr>
      <vt:lpstr>Methodology</vt:lpstr>
      <vt:lpstr>Key Findings</vt:lpstr>
      <vt:lpstr>Workforce Impact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Impact of AI in African Startups (2025)</dc:title>
  <dc:subject/>
  <dc:creator>hp</dc:creator>
  <cp:keywords/>
  <dc:description>generated using python-pptx</dc:description>
  <cp:lastModifiedBy>John  Maina</cp:lastModifiedBy>
  <cp:revision>7</cp:revision>
  <dcterms:created xsi:type="dcterms:W3CDTF">2013-01-27T09:14:16Z</dcterms:created>
  <dcterms:modified xsi:type="dcterms:W3CDTF">2026-08-17T12:50:03Z</dcterms:modified>
  <cp:category/>
</cp:coreProperties>
</file>